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5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71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6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4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86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7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94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93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3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2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78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430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735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49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33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995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4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6C39B4-5954-4328-95BB-42D7AB568D7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BF391C-B7F0-4571-B60D-C23CBF7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1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3B95-18AB-3463-C8F8-C07FFF438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Welcome to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092AB-615D-44FA-BB4B-84B81CC67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Javascript</a:t>
            </a:r>
            <a:endParaRPr lang="en-IN" sz="4800" dirty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5F399-6853-6818-ECFF-D8686807896B}"/>
              </a:ext>
            </a:extLst>
          </p:cNvPr>
          <p:cNvSpPr txBox="1"/>
          <p:nvPr/>
        </p:nvSpPr>
        <p:spPr>
          <a:xfrm>
            <a:off x="2158738" y="556182"/>
            <a:ext cx="47605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Name:- Monika Ketul Patel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Topic :- Data-Types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Subject:-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Javascript</a:t>
            </a:r>
            <a:endParaRPr lang="en-IN" sz="2800" b="1" dirty="0">
              <a:solidFill>
                <a:schemeClr val="accent4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0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365F-7950-AFD4-0664-1E554993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JavaScript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C89CF-92E3-8ECD-A825-4E2B4179165F}"/>
              </a:ext>
            </a:extLst>
          </p:cNvPr>
          <p:cNvSpPr txBox="1"/>
          <p:nvPr/>
        </p:nvSpPr>
        <p:spPr>
          <a:xfrm>
            <a:off x="1484312" y="2692692"/>
            <a:ext cx="981842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JavaScript is a lightweight, interpreted programming language used to make web pages interactive.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is one of the core technologies of the web, alongside HTML and CSS.</a:t>
            </a:r>
          </a:p>
        </p:txBody>
      </p:sp>
    </p:spTree>
    <p:extLst>
      <p:ext uri="{BB962C8B-B14F-4D97-AF65-F5344CB8AC3E}">
        <p14:creationId xmlns:p14="http://schemas.microsoft.com/office/powerpoint/2010/main" val="26358771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269A-F377-95F0-71D9-560FF5EA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212" y="685800"/>
            <a:ext cx="7539103" cy="2019693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Slide 1: What is JavaScript?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76A85-40D0-FBC4-27E8-EB02A8D5DCAF}"/>
              </a:ext>
            </a:extLst>
          </p:cNvPr>
          <p:cNvSpPr txBox="1"/>
          <p:nvPr/>
        </p:nvSpPr>
        <p:spPr>
          <a:xfrm>
            <a:off x="2092752" y="2969691"/>
            <a:ext cx="84935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A scripting language used primarily for web development.</a:t>
            </a:r>
          </a:p>
          <a:p>
            <a:pPr marL="457200" indent="-457200">
              <a:buFontTx/>
              <a:buChar char="-"/>
            </a:pPr>
            <a:endParaRPr lang="en-US" sz="28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Runs directly in the browser.</a:t>
            </a:r>
          </a:p>
          <a:p>
            <a:endParaRPr lang="en-US" sz="2800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- Enables dynamic content and interactivity.</a:t>
            </a:r>
          </a:p>
        </p:txBody>
      </p:sp>
    </p:spTree>
    <p:extLst>
      <p:ext uri="{BB962C8B-B14F-4D97-AF65-F5344CB8AC3E}">
        <p14:creationId xmlns:p14="http://schemas.microsoft.com/office/powerpoint/2010/main" val="14264621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FFEA-C383-BF18-B111-99BD5AD7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070" y="-40065"/>
            <a:ext cx="8990012" cy="2743199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Variables and Data Types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02AC2E-FF86-7D46-94B3-5E5B0556A7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4313" y="2526384"/>
            <a:ext cx="10534862" cy="4675694"/>
          </a:xfrm>
        </p:spPr>
        <p:txBody>
          <a:bodyPr>
            <a:noAutofit/>
          </a:bodyPr>
          <a:lstStyle/>
          <a:p>
            <a:pPr algn="l"/>
            <a:endParaRPr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dirty="0"/>
          </a:p>
          <a:p>
            <a:pPr algn="l"/>
            <a:r>
              <a:rPr sz="2800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81DFB-19DA-300B-59C3-0735C297FF21}"/>
              </a:ext>
            </a:extLst>
          </p:cNvPr>
          <p:cNvSpPr txBox="1"/>
          <p:nvPr/>
        </p:nvSpPr>
        <p:spPr>
          <a:xfrm>
            <a:off x="1828804" y="2091556"/>
            <a:ext cx="90788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Variables store data values.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Example: let name = 'John’;</a:t>
            </a:r>
          </a:p>
          <a:p>
            <a:pPr algn="l"/>
            <a:endParaRPr lang="en-US" sz="2800" b="1" dirty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- Common data types: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* String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* Number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* Boolean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* Object</a:t>
            </a:r>
          </a:p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* Array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algn="l"/>
            <a:endParaRPr lang="en-US" sz="2800" b="1" dirty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731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79D6-10C4-AF01-5F48-D75485BB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406" y="329712"/>
            <a:ext cx="4284891" cy="14688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Data-Type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0205B-D367-8ADD-9303-B292D8568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7177" y="2467815"/>
            <a:ext cx="8338419" cy="86040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A data type tells the computer what kind of value is stored in a variable — like whether it’s text, a number, true/false, a list, etc.</a:t>
            </a:r>
          </a:p>
          <a:p>
            <a:pPr algn="l"/>
            <a:endParaRPr lang="en-IN" sz="28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7B71C-FCB4-4A9C-BACE-96DC03F8FFB2}"/>
              </a:ext>
            </a:extLst>
          </p:cNvPr>
          <p:cNvSpPr txBox="1"/>
          <p:nvPr/>
        </p:nvSpPr>
        <p:spPr>
          <a:xfrm>
            <a:off x="1416379" y="4685368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Example:-</a:t>
            </a:r>
          </a:p>
          <a:p>
            <a:endParaRPr lang="en-IN" b="1" dirty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 name = "John";   // String (text)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 age = 25;        // Number</a:t>
            </a:r>
          </a:p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 </a:t>
            </a:r>
            <a:r>
              <a:rPr lang="en-IN" b="1" dirty="0" err="1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isStudent</a:t>
            </a:r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true; // Boolean</a:t>
            </a:r>
          </a:p>
        </p:txBody>
      </p:sp>
    </p:spTree>
    <p:extLst>
      <p:ext uri="{BB962C8B-B14F-4D97-AF65-F5344CB8AC3E}">
        <p14:creationId xmlns:p14="http://schemas.microsoft.com/office/powerpoint/2010/main" val="40980666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DDA19E-F361-72CE-536D-5B862BCB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507" y="274638"/>
            <a:ext cx="8682087" cy="1143000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1️⃣ String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0BF2DA-C366-45DF-F3FB-59F769E81CF9}"/>
              </a:ext>
            </a:extLst>
          </p:cNvPr>
          <p:cNvSpPr txBox="1">
            <a:spLocks/>
          </p:cNvSpPr>
          <p:nvPr/>
        </p:nvSpPr>
        <p:spPr>
          <a:xfrm>
            <a:off x="1423447" y="1904218"/>
            <a:ext cx="9125147" cy="43539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Strings store text values inside quotes (' ' or " ").</a:t>
            </a:r>
          </a:p>
          <a:p>
            <a:pPr algn="l"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city = 'Paris';</a:t>
            </a:r>
          </a:p>
          <a:p>
            <a:pPr algn="l"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You can combine strings using +</a:t>
            </a:r>
          </a:p>
          <a:p>
            <a:pPr algn="l"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message = 'Hello ' + city;</a:t>
            </a:r>
          </a:p>
        </p:txBody>
      </p:sp>
    </p:spTree>
    <p:extLst>
      <p:ext uri="{BB962C8B-B14F-4D97-AF65-F5344CB8AC3E}">
        <p14:creationId xmlns:p14="http://schemas.microsoft.com/office/powerpoint/2010/main" val="258296481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E758-DCE8-2CA3-D253-1E2862238F37}"/>
              </a:ext>
            </a:extLst>
          </p:cNvPr>
          <p:cNvSpPr txBox="1">
            <a:spLocks/>
          </p:cNvSpPr>
          <p:nvPr/>
        </p:nvSpPr>
        <p:spPr>
          <a:xfrm>
            <a:off x="1871223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2️⃣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50E8-FF99-9DAC-A0EB-4E832FB24FBC}"/>
              </a:ext>
            </a:extLst>
          </p:cNvPr>
          <p:cNvSpPr txBox="1">
            <a:spLocks/>
          </p:cNvSpPr>
          <p:nvPr/>
        </p:nvSpPr>
        <p:spPr>
          <a:xfrm>
            <a:off x="1871223" y="1600200"/>
            <a:ext cx="8229600" cy="452596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Numbers represent numeric values (integers or decimals).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price = 19.99;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Used for math operations: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total = price * 2;</a:t>
            </a:r>
          </a:p>
        </p:txBody>
      </p:sp>
    </p:spTree>
    <p:extLst>
      <p:ext uri="{BB962C8B-B14F-4D97-AF65-F5344CB8AC3E}">
        <p14:creationId xmlns:p14="http://schemas.microsoft.com/office/powerpoint/2010/main" val="13427729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A177-F24D-D496-7A22-19E815219381}"/>
              </a:ext>
            </a:extLst>
          </p:cNvPr>
          <p:cNvSpPr txBox="1">
            <a:spLocks/>
          </p:cNvSpPr>
          <p:nvPr/>
        </p:nvSpPr>
        <p:spPr>
          <a:xfrm>
            <a:off x="2040905" y="36890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3️⃣ Boolean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BF8AA-1141-EAC8-13AA-56C9C3E67A6C}"/>
              </a:ext>
            </a:extLst>
          </p:cNvPr>
          <p:cNvSpPr txBox="1">
            <a:spLocks/>
          </p:cNvSpPr>
          <p:nvPr/>
        </p:nvSpPr>
        <p:spPr>
          <a:xfrm>
            <a:off x="2040905" y="1694470"/>
            <a:ext cx="8229600" cy="452596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Boolean has only two values: true or false.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isOnline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true;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Used for decision making (if statements, conditions).</a:t>
            </a:r>
          </a:p>
        </p:txBody>
      </p:sp>
    </p:spTree>
    <p:extLst>
      <p:ext uri="{BB962C8B-B14F-4D97-AF65-F5344CB8AC3E}">
        <p14:creationId xmlns:p14="http://schemas.microsoft.com/office/powerpoint/2010/main" val="90839834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92B2-F66E-8936-4299-DB0F70A44866}"/>
              </a:ext>
            </a:extLst>
          </p:cNvPr>
          <p:cNvSpPr txBox="1">
            <a:spLocks/>
          </p:cNvSpPr>
          <p:nvPr/>
        </p:nvSpPr>
        <p:spPr>
          <a:xfrm>
            <a:off x="2323707" y="359481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4️⃣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9B49-4D70-7A7A-126F-B19016C55EB3}"/>
              </a:ext>
            </a:extLst>
          </p:cNvPr>
          <p:cNvSpPr txBox="1">
            <a:spLocks/>
          </p:cNvSpPr>
          <p:nvPr/>
        </p:nvSpPr>
        <p:spPr>
          <a:xfrm>
            <a:off x="2323707" y="1685043"/>
            <a:ext cx="8229600" cy="452596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Objects store data as key-value pairs.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 person = {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name: 'John',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age: 25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};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Access data: person.name;</a:t>
            </a:r>
          </a:p>
        </p:txBody>
      </p:sp>
    </p:spTree>
    <p:extLst>
      <p:ext uri="{BB962C8B-B14F-4D97-AF65-F5344CB8AC3E}">
        <p14:creationId xmlns:p14="http://schemas.microsoft.com/office/powerpoint/2010/main" val="397650372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7A82-F7DE-5C1D-CADF-2C7EC78C14A6}"/>
              </a:ext>
            </a:extLst>
          </p:cNvPr>
          <p:cNvSpPr txBox="1">
            <a:spLocks/>
          </p:cNvSpPr>
          <p:nvPr/>
        </p:nvSpPr>
        <p:spPr>
          <a:xfrm>
            <a:off x="1871221" y="39718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5️⃣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B403-769C-5D05-D7A9-87819F3B5258}"/>
              </a:ext>
            </a:extLst>
          </p:cNvPr>
          <p:cNvSpPr txBox="1">
            <a:spLocks/>
          </p:cNvSpPr>
          <p:nvPr/>
        </p:nvSpPr>
        <p:spPr>
          <a:xfrm>
            <a:off x="1871221" y="1722749"/>
            <a:ext cx="8229600" cy="452596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Arrays store multiple values in one variable.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let colors = ['red', 'green', 'blue'];</a:t>
            </a:r>
          </a:p>
          <a:p>
            <a:pPr>
              <a:defRPr sz="2000"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Access items using index numbers: colors[0]; // red</a:t>
            </a:r>
          </a:p>
        </p:txBody>
      </p:sp>
    </p:spTree>
    <p:extLst>
      <p:ext uri="{BB962C8B-B14F-4D97-AF65-F5344CB8AC3E}">
        <p14:creationId xmlns:p14="http://schemas.microsoft.com/office/powerpoint/2010/main" val="133997184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B34C98-CCAD-0A76-8DB1-A9AA17E9A42F}"/>
              </a:ext>
            </a:extLst>
          </p:cNvPr>
          <p:cNvSpPr txBox="1"/>
          <p:nvPr/>
        </p:nvSpPr>
        <p:spPr>
          <a:xfrm>
            <a:off x="2104104" y="2017336"/>
            <a:ext cx="87212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 for your Attention</a:t>
            </a:r>
            <a:endParaRPr lang="en-IN" sz="8800" dirty="0">
              <a:solidFill>
                <a:schemeClr val="accent4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219403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112</TotalTime>
  <Words>359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Cambria Math</vt:lpstr>
      <vt:lpstr>Corbel</vt:lpstr>
      <vt:lpstr>Parallax</vt:lpstr>
      <vt:lpstr>Welcome to</vt:lpstr>
      <vt:lpstr>Introduction to JavaScript</vt:lpstr>
      <vt:lpstr>Slide 1: What is JavaScript?</vt:lpstr>
      <vt:lpstr> Variables and Data Types</vt:lpstr>
      <vt:lpstr>What is Data-Type</vt:lpstr>
      <vt:lpstr>1️⃣ String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PATEL</dc:creator>
  <cp:lastModifiedBy>HARSH PATEL</cp:lastModifiedBy>
  <cp:revision>9</cp:revision>
  <dcterms:created xsi:type="dcterms:W3CDTF">2025-10-11T08:10:24Z</dcterms:created>
  <dcterms:modified xsi:type="dcterms:W3CDTF">2025-10-16T07:09:11Z</dcterms:modified>
</cp:coreProperties>
</file>